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 Institute Explorer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Solo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Maximilian D. Muhr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29768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297680"/>
            <a:ext cx="457200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Institute of Chicago API Explorer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application for browsing the Art Institute of Chicago's collection, saving favorite artworks, and adding personal notes.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3075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1188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13075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95351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Zod-validated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58000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953512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580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Framework with Hooks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Development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0936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 &amp; Dev Server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008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3375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47472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Storage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Modules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3093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Styling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691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ArtworkCard, Gallery, SearchBar, SearchResults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194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ArtworkSchema, NoteSchema, GallerySchema (Zod)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697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useGallery (Custom Hook for State)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200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searchArtworks, getArtworkById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703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App Component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Patterns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State with Zod-inferred Types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Hook for Gallery Logic (Separation of Concerns)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Validation with safeParse()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Requirements Fulfilled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+ TypeScript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17830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80136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Schema Validation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3042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Fetch with Validation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14400" y="27889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807208"/>
            <a:ext cx="283464" cy="2834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Interface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914400" y="32918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310128"/>
            <a:ext cx="283464" cy="2834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ArtworkCard Component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914400" y="37947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813048"/>
            <a:ext cx="283464" cy="2834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716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Component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754880" y="1280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298448"/>
            <a:ext cx="283464" cy="28346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Gallery (Create)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4754880" y="17830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1801368"/>
            <a:ext cx="283464" cy="28346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Gallery (Read)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4754880" y="22860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304288"/>
            <a:ext cx="283464" cy="28346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212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with Zod (Update)</a:t>
            </a:r>
            <a:endParaRPr lang="en-US" sz="1400" dirty="0"/>
          </a:p>
        </p:txBody>
      </p:sp>
      <p:sp>
        <p:nvSpPr>
          <p:cNvPr id="31" name="Shape 20"/>
          <p:cNvSpPr/>
          <p:nvPr/>
        </p:nvSpPr>
        <p:spPr>
          <a:xfrm>
            <a:off x="4754880" y="27889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2807208"/>
            <a:ext cx="283464" cy="28346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2120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from Gallery (Delete)</a:t>
            </a:r>
            <a:endParaRPr lang="en-US" sz="1400" dirty="0"/>
          </a:p>
        </p:txBody>
      </p:sp>
      <p:sp>
        <p:nvSpPr>
          <p:cNvPr id="34" name="Shape 22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168" y="3310128"/>
            <a:ext cx="283464" cy="283464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212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State</a:t>
            </a:r>
            <a:endParaRPr lang="en-US" sz="1400" dirty="0"/>
          </a:p>
        </p:txBody>
      </p:sp>
      <p:sp>
        <p:nvSpPr>
          <p:cNvPr id="37" name="Shape 24"/>
          <p:cNvSpPr/>
          <p:nvPr/>
        </p:nvSpPr>
        <p:spPr>
          <a:xfrm>
            <a:off x="4754880" y="37947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3813048"/>
            <a:ext cx="283464" cy="28346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2120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Persistence</a:t>
            </a:r>
            <a:endParaRPr lang="en-US" sz="1400" dirty="0"/>
          </a:p>
        </p:txBody>
      </p:sp>
      <p:sp>
        <p:nvSpPr>
          <p:cNvPr id="40" name="Shape 26"/>
          <p:cNvSpPr/>
          <p:nvPr/>
        </p:nvSpPr>
        <p:spPr>
          <a:xfrm>
            <a:off x="2743200" y="4389120"/>
            <a:ext cx="3657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27"/>
          <p:cNvSpPr/>
          <p:nvPr/>
        </p:nvSpPr>
        <p:spPr>
          <a:xfrm>
            <a:off x="2743200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Quality: 0 Critical Issues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Institute Explorer - Solo Project</dc:title>
  <dc:subject>PptxGenJS Presentation</dc:subject>
  <dc:creator>Maximilian</dc:creator>
  <cp:lastModifiedBy>Maximilian</cp:lastModifiedBy>
  <cp:revision>1</cp:revision>
  <dcterms:created xsi:type="dcterms:W3CDTF">2026-01-30T12:25:17Z</dcterms:created>
  <dcterms:modified xsi:type="dcterms:W3CDTF">2026-01-30T12:25:17Z</dcterms:modified>
</cp:coreProperties>
</file>